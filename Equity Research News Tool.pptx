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an AI news research tool for equity research analysts. It takes one query, fetches the latest news and produces a short summary with a sentiment label. Built with LangChain, OpenAI, NewsAPI and Streamlit.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Equity research analysts follow many companies. News is scattered and slow to read. The tool takes a query, collects the latest articles and returns a short, source-backed summary so the analyst can decide quickly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building blocks: Python as the language, LangChain to connect prompt and model, OpenAI gpt-4o-mini for the summary, NewsAPI for articles, Streamlit for the web interface and dashboard, and SQLite with pandas for saved queries and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left to right. The user query goes to NewsAPI, the articles are formatted with source and date, LangChain builds the prompt for OpenAI, and the app shows the summary, the sentiment label and the source links. Results can be saved and then appear in the Trends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has two parts. First install the libraries from requirements.txt. Second create an OpenAI key and a NewsAPI key. The keys are stored in a .env file locally and in Streamlit Secrets when deployed, never in the source code or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template has two inputs, the query and the article summaries. The chain is prompt, then the OpenAI model, then a string parser. The prompt tells the model to write an executive summary, list key developments with sources, mention factors that can move the stock, use only the articles and end with one sentiment line. A small wrapper keeps the PDF style llm_chain.run call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functions from the project PDF plus two helpers. get_news_articles calls NewsAPI, summarize_articles and get_summary follow the PDF, format_articles adds source and date so the summary can cite sources, and research runs the whole pipeline. In the app the user can choose the look-back window, the number of articles and the sort order. The free Developer plan covers about the last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login screen: only people with the username and password can use the tool and the API keys. Right is the main Search tab after login. The sidebar lets the user pick the OpenAI model, the number of articles, the look-back days and the sort order. There are three tabs: Search, Saved queries and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 use demo data so that no real news is invented; the text is labelled DEMO DATA. On the left, a search returns an executive summary, bullet points with sources, the detected sentiment and buttons to save or export the result. On the right, saved results can be reopened, exported as Markdown or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Trends tab turns saved results into a small dashboard. Each result gets a score: Positive is +1, Neutral and Mixed are 0 and Negative is -1. The line chart shows how sentiment moved over time, the bar chart shows how many results fell in each class, and the table lists every saved run. The data in this screenshot is demo data, created only to show the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19 automated tests across four files. They mock NewsAPI and OpenAI, so they need no keys. They cover the news helpers, the PDF-compatible names, sentiment extraction, login and saved queries. The app flow of login, search, save and trends was also tested with mocked APIs. For a real end-to-end check with live keys there is smoke_test.py, which prints the summary next to the source articles so the analyst can judge accuracy. Source code is about 700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uses GitHub and Streamlit Community Cloud. The code goes to GitHub without the .env file. On the deploy screen choose the repository, the main branch and app.py, then paste the keys and the login password under Secrets. Two issues came up during deployment. First, the app showed that no login password was found, which was fixed by adding the password in Secrets and rebooting. Second, OpenAI returned error 429 because the account had no credit, which is fixed by adding credit in the OpenAI billing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every phase of the project PDF is implemented, and the tool also has login, saved queries and a trends dashboard. There are 19 automated tests and the app is deployed on Streamlit Community Cloud. Possible next steps are using full article text, PDF export, per-user accounts and a hosted database so that saved queries survive restarts.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 Nexthikes IT Solutions Equity Research News Tool AI-powered news summaries for equity research analysts LangChain OpenAI NewsAPI Streamlit AP Aksa Pathan Nexthikes IT Solutions · October 202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1 · Why this tool The problem and the goal The problem News about one company is spread over many sites Reading every article takes hours Earnings, deals and rules are easy to miss The goal Type one query Fetch the latest articles automatically Get a short summary, a sentiment and the sources  One query in, one analyst-ready summary out. Nexthikes IT Solutions · Aksa Pathan 02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2 · Building blocks Technology stack  Python Core language for the whole tool  LangChain Prompt, model and parser chain  OpenAI gpt-4o-mini writes the summary  NewsAPI Latest articles for any query  Streamlit Web app and trends dashboard  SQLite + pandas Saved queries and sentiment history Nexthikes IT Solutions · Aksa Pathan 03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3 · Workflow How a query becomes a summary 1 Query User types a company, sector or event 2 NewsAPI Fetches English articles from recent days 3 Format Keeps title, source, date and description 4 LangChain + OpenAI Prompt asks for summary and sentiment 5 Result Summary, sentiment label and source links  Every result can be saved to SQLite. Saved runs feed the Trends tab with sentiment over time and history. Nexthikes IT Solutions · Aksa Pathan 04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04 · Setup Setup and API keys Project folder with all source files Creating the OpenAI API key for the project pip install -r requirements.txt Keys live in .env or Streamlit Secrets Never inside the code Nexthikes IT Solutions · Aksa Pathan 05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05 · LangChain Prompt and chain langchain_config.py (simplified) prompt = PromptTemplate ( template=template, input_variables=[ &quot;query&quot; , &quot;summaries&quot; ]) llm = ChatOpenAI (model= &quot;gpt-4o-mini&quot; , temperature=0.2) llm_chain = prompt | llm | StrOutputParser () What the prompt asks for 1 A 2-3 sentence executive summary 2 Key developments with [source] 3 Factors that can move the stock 4 Only the articles, no guessing 5 A last line: Overall sentiment  llm_chain.run({...}) from the PDF still works Nexthikes IT Solutions · Aksa Pathan 06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06 · NewsAPI NewsAPI integration Function What it does get_news_articles Gets English articles, sorted by relevancy summarize_articles Joins article descriptions, as in the PDF format_articles Adds source, date and title for citations get_summary Fetch and join in one call research Fetch, format, ask the LLM, return summary and sentiment Look back 1 to 30 days Articles per search 5 to 30 Sort by relevancy, date or popularity Nexthikes IT Solutions · Aksa Pathan 07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07 · The app Streamlit interface Login screen restricts access Search tab after login, with sidebar settings Login Search tab Saved queries Trends tab Export as Markdown Nexthikes IT Solutions · Aksa Pathan 08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08 · Output Search result and saved queries Summary, sentiment label, save and export Saved queries: reopen, export or delete DEMO DATA: sample text, not real news Sources listed under every summary Nexthikes IT Solutions · Aksa Pathan 09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09 · Dashboard Trends dashboard Trends tab (demo data)  Three KPI tiles Saved results, average sentiment and articles analysed  Two charts Line chart of sentiment over time and a bar chart of the sentiment mix  Filter and history Pick one query or all, and see every saved run in a table Positive +1 Neutral 0 Mixed 0 Negative −1 Nexthikes IT Solutions · Aksa Pathan · Charts show demo data 10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10 · Quality Testing and code size Tests per file (19 total) test_news.py 5 test_auth_storage.py 6 test_research.py 3 test_pdf_compat.py 5 Source lines per file app.py 249 langchain_config.py 231 storage.py 110 smoke_test.py 62 auth.py 54 19 of 19 automated tests pass Full flow login, search, save and trends checked with mocked APIs smoke_test.py real end-to-end check with live keys Nexthikes IT Solutions · Aksa Pathan 11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11 · Deployment Deployment and fixes Streamlit Cloud deploy screen 1 Upload the code to GitHub, never the .env file 2 Create the app on share.streamlit.io with app.py as main file 3 Paste the keys and login password under Secrets 4 Log in on the live link and run a query No password found Fix: set AUTH_PASSWORD in Secrets and reboot OpenAI error 429 Fix: add credit in OpenAI billing Nexthikes IT Solutions · Aksa Pathan 12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12 · Wrap-up Conclusion and next steps All PDF phases Setup, LangChain, Streamlit, NewsAPI, testing and docs Extras added Login, saved queries and a trends dashboard 19 tests Automated checks that all pass Live app Deployed on Streamlit Community Cloud Future scope Full article text PDF export Per-user accounts Hosted database Thank you Aksa Pathan · Nexthikes IT Solutions Equity Research News Tool 13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Research News Tool</dc:title>
  <dc:subject/>
  <dc:creator/>
  <cp:lastModifiedBy/>
  <cp:revision>1</cp:revision>
  <dcterms:created xsi:type="dcterms:W3CDTF">2026-10-16T07:15:56Z</dcterms:created>
  <dcterms:modified xsi:type="dcterms:W3CDTF">2026-10-16T07:15:56Z</dcterms:modified>
</cp:coreProperties>
</file>